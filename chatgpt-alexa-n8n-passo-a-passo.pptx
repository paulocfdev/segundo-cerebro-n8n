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  <a:latin typeface="Trebuchet MS"/>
              </a:defRPr>
            </a:pPr>
            <a:r>
              <a:t>INTEGRAÇÃO ALEXA + CHATGPT VIA N8N</a:t>
            </a:r>
          </a:p>
          <a:p>
            <a:pPr>
              <a:spcAft>
                <a:spcPts val="2400"/>
              </a:spcAft>
              <a:defRPr sz="2000">
                <a:solidFill>
                  <a:srgbClr val="38BDF8"/>
                </a:solidFill>
                <a:latin typeface="Arial"/>
              </a:defRPr>
            </a:pPr>
            <a:r>
              <a:t>Guia Prático e Passo a Passo para Construir um Assistente de Voz Inteligente com Memória e Automação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Material de Apoio Oficial | Projeto Segundo Cérebro com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DESAFIO N8N + ALEXA +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Arquitetura da Solução: O Fluxo de Comunicação de Ponta a Ponta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1. Dispositivo Alexa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Captura a fala do usuário via comando de voz ('Alexa, abra meu assistente...'). Transforma voz em JSON e dispara uma requisição HTTPS POST.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2. Alexa Skill Console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Processa o Intent 'LLMIntent', extrai a pergunta no Slot 'question' (AMAZON.SearchQuery) e redireciona o payload para o Webhook do n8n.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3. Workflow no n8n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Recebe o webhook, valida a autenticação, filtra o tipo de requisição (Launch vs Intent) e envia o texto para o nó AI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4. OpenAI + Memória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O AI Agent consulta a Simple Memory (Window Buffer) para manter o contexto da conversa e gera a resposta via modelo ChatGPT.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DESAFIO N8N + ALEXA +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Passo 1: Configuração do Modelo de Interação no Alexa Developer Console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1. Criação da Skill: </a:t>
            </a:r>
            <a:r>
              <a:rPr sz="1300" b="0">
                <a:solidFill>
                  <a:srgbClr val="0F172A"/>
                </a:solidFill>
                <a:latin typeface="Arial"/>
              </a:rPr>
              <a:t>Acesse developer.amazon.com/alexa/console, crie uma Custom Skill selecionando o modelo 'Start from Scratch'.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87752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2. Invocation Name: </a:t>
            </a:r>
            <a:r>
              <a:rPr sz="1300" b="0">
                <a:solidFill>
                  <a:srgbClr val="0F172A"/>
                </a:solidFill>
                <a:latin typeface="Arial"/>
              </a:rPr>
              <a:t>Defina o nome de ativação da Skill (ex: 'meu assistente'). É a frase que o usuário dirá para abrir o fluxo.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9584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3. Criar LLMIntent: </a:t>
            </a:r>
            <a:r>
              <a:rPr sz="1300" b="0">
                <a:solidFill>
                  <a:srgbClr val="0F172A"/>
                </a:solidFill>
                <a:latin typeface="Arial"/>
              </a:rPr>
              <a:t>Crie a intenção 'LLMIntent' e adicione o Intent Slot chamado 'question' com o tipo 'AMAZON.SearchQuery'.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71416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4. Slot Filling &amp; Utterances: </a:t>
            </a:r>
            <a:r>
              <a:rPr sz="1300" b="0">
                <a:solidFill>
                  <a:srgbClr val="0F172A"/>
                </a:solidFill>
                <a:latin typeface="Arial"/>
              </a:rPr>
              <a:t>Ative a exigência da pergunta em Slot Filling e configure Sample Utterances como 'pergunte {question}' ou '{question}'.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/>
          <a:lstStyle/>
          <a:p>
            <a:pPr algn="ctr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5. Configurar Endpoint: </a:t>
            </a:r>
            <a:r>
              <a:rPr sz="1300" b="0">
                <a:solidFill>
                  <a:srgbClr val="0F172A"/>
                </a:solidFill>
                <a:latin typeface="Arial"/>
              </a:rPr>
              <a:t>Em Endpoint, selecione HTTPS, cole a URL de produção do Webhook do n8n e selecione o certificado CA confiável.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DESAFIO N8N + ALEXA +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Passo 2: Construção da Estrutura de Workflow e Roteamento no n8n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Nó Webhook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Recebe as requisições HTTPS POST da Alexa. Deve estar configurado para responder via 'Respond to Webhook' node.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73736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Nó Switch (Router)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Avalia $json.body.request.type para direcionar requisições LaunchRequest, SessionEndedRequest ou IntentRequest.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Nó AI Agent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Orquestra a inteligência conectando o modelo ChatGPT da OpenAI ao Prompt do Sistema e à Memória de Conversa.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Nó Respond to Webhook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Formata a resposta no JSON padrão exigido pela Alexa contendo 'outputSpeech' e 'shouldEndSession: false'.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DESAFIO N8N + ALEXA +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Passo 3: Conectando OpenAI, Memória de Contexto e Regras de Saída TTS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Gerenciamento de Memória &amp; Modelos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Nó Simple Memory (Window Buffer): Conectado à entrada 'Memory' do nó AI Agent no n8n.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Identificador de Sessão: Configurado dinamicamente usando a chave: {{ $json.body.session.sessionId }}.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Persistência de Diálogo: Garante que o ChatGPT lembre das perguntas anteriores durante a mesma interação.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Modelos Recomendados: GPT-4o-mini para excelente equilíbrio entre custo e baixíssima latência.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73736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Diretrizes de Prompt para Áudio (TTS)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Sem Emojis ou Formatação Especial: A Alexa lerá o texto puro, portanto evite marcações em markdown ou emojis.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Linguagem Fluida e Direta: Respostas concisas adequadas para síntese de voz (Text-To-Speech).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Escape de Aspas e Caracteres: Utilize um nó 'Code' para remover quebras de linha (\n) e escapar aspas duplas, garantindo um JSON válido para a API da Alexa.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• Prompt de Persona: Defina um tom amigável e prestativo nas 'System Messages'.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DESAFIO N8N + ALEXA +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Passo 4: Proteção e Camada de Segurança do Webhook no n8n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Header Authentication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Exige que a requisição contenha um cabeçalho personalizado (ex: x-api-key) com um valor secreto. Ideal para integrações diretas e scripts simples.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Basic Authentication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Utiliza combinação de usuário e senha codificados em Base64 no cabeçalho Authorization. Amplamente suportado por sistemas legados.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JWT Token Auth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O método mais avançado. Permite validar a assinatura do chamador, incluir permissões específicas e definir tempo de expiração do token.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DESAFIO N8N + ALEXA + CHATGPT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Trebuchet MS"/>
              </a:defRPr>
            </a:pPr>
            <a:r>
              <a:t>Passo 5: Estruturação do Repositório GitHub e Documentação de Evidências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spcAft>
                <a:spcPts val="14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Requisitos do Arquivo README.md para o Desafio: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✓  Objetivo do Segundo Cérebro: Declaração clara da frase de objetivo definida no Passo 1.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✓  Curadoria de Fontes: Listagem das 12 fontes utilizadas e justificativa de confiabilidade para cada uma.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✓  Diretriz de Comportamento (System Prompt): Descrição da persona e regras dadas ao modelo de IA.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✓  Perguntas &amp; Respostas Testadas: Mapeamento de testes práticos com links/citações explícitas de onde veio a resposta.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✓  Arquivos de MídiaAnexados: Inclusão da apresentação .pptx, do áudio/podcast gerado e prints comprovando o funcionamento.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